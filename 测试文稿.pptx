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592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 snapToGrid="0">
      <p:cViewPr varScale="1">
        <p:scale>
          <a:sx n="115" d="100"/>
          <a:sy n="115" d="100"/>
        </p:scale>
        <p:origin x="10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0C870-2C49-A940-8ABE-7925BFF150BD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974C75-8AD6-C24C-A28D-5FB88B17960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8910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实验结果表明，PaTeCon+在冲突检测性能和效率方面都取得了显著提升。在冲突检测方面，其召回率远超人工规则；在效率方面，通过剪枝策略，算法在千万级图谱上的运行时间大幅减少。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5736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1128AE-EAA9-F646-CCF8-7AC79934C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34AA4C-DCED-0D97-FCFE-CD40BD44B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584480-94F1-E69C-94FE-00DA299B1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99246-8B2E-434B-827C-A1631CF14404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378943-2614-8BF9-95F6-E1F3524C8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AF0CC6-830C-DC14-87D1-3846DCBBE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5583-6A00-164E-AD1A-65CE4F29A6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885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69A654-C888-CDF4-1421-D8FC3E6A5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CC1600-A3EF-B6DD-1A5A-FC9BF7390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FE08C7-732F-957D-64F4-FBE2CBD12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99246-8B2E-434B-827C-A1631CF14404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B926BB-030D-8DFD-616D-C2C1A753A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6D5EF4-326C-CDF9-31A6-FE076F1F7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5583-6A00-164E-AD1A-65CE4F29A6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9730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6EB7E1-B86E-B3F3-4DA7-5A861C9F9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492D66-A1B4-CCD3-B791-AF8F27E5E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9683DF-2A1C-8336-63A2-FE45E3819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99246-8B2E-434B-827C-A1631CF14404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BF9A05-2694-1FD3-9C08-FD8D833C3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E36279-6492-43FA-08E5-2D5E3778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5583-6A00-164E-AD1A-65CE4F29A6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86580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CCB67-1522-F85B-365B-AA739D7F1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101389-9B5E-95AB-4BED-8A841F007A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47546E-F2FA-22B0-B138-AE432A425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0BA212-E00E-35FD-8B3C-4DB541EC5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99246-8B2E-434B-827C-A1631CF14404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F8D408-38B3-BC2F-7292-4959F2A98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EC88BB-55A8-D154-B1F5-33BDC90EE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5583-6A00-164E-AD1A-65CE4F29A6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32992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58E68C-B79A-AC0F-FF76-08C4934CC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574CA4-1C96-CB1B-0D11-985BBEB89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A9C398-121A-EE92-44B9-DF310A67B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5B28C23-BE51-F59D-F8E3-47CC848C15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BAA82E5-E2B9-8226-7F19-19CA338728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BCC8FC1-B170-E782-4076-5FFE2A60F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99246-8B2E-434B-827C-A1631CF14404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A89E2D-9BC5-B6C8-A2D5-4B0C0C0AE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D29E47E-2133-5A78-C3E6-6E5DD7850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5583-6A00-164E-AD1A-65CE4F29A6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05206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C43D9F-6678-36AD-4B3C-A582735E3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4100798-3D1E-8462-C17A-360FBD508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99246-8B2E-434B-827C-A1631CF14404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3D75B4-330C-D049-9A35-FA19875F1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C43343-7BB2-D43F-AA4E-B89200D7A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5583-6A00-164E-AD1A-65CE4F29A6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6726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82AAC7-36CC-F243-A347-2EF73C94A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99246-8B2E-434B-827C-A1631CF14404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D46D53-3752-3D8A-A30B-BAC0D326B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F2E2C1-FBD0-9BD6-3398-D1D2E0912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5583-6A00-164E-AD1A-65CE4F29A6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9365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BFF724-1F85-6C3B-26E1-1AE2FFE30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5B864F-C368-F417-37BF-80B8D889B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FD6698-ADD6-E761-46C2-014D98EBB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F8FA29-E196-6F52-D78C-F3CD0EBF0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99246-8B2E-434B-827C-A1631CF14404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089241-A462-30C8-D6CC-8D6A9452B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AEF9AB-1ACB-9277-223A-6C5266F5F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5583-6A00-164E-AD1A-65CE4F29A6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7016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B4335D-BDB5-6661-1718-18DD29FE6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5B6A4AD-DA2F-2A1A-C19C-ACF154620F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66DAD1-A5D3-8724-0805-0CA102ACD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B3C861-6125-ABDF-A829-D82B0BE77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99246-8B2E-434B-827C-A1631CF14404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60B3F0-5CC5-E97A-0E24-0A62BC5DD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FFDF87-BE29-A707-8719-996194C67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5583-6A00-164E-AD1A-65CE4F29A6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0323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51A2DD-17EF-18ED-76B8-D1C15D3F5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597318-F5A5-68E7-7298-BBFC8C42C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9153C3-6D58-F9D5-ACC2-29C2639D0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99246-8B2E-434B-827C-A1631CF14404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E4E094-CBF3-2886-BB8B-E78CB85E4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9925E0-4974-DF9A-961D-ACBA367B3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5583-6A00-164E-AD1A-65CE4F29A6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65631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68ED413-B8DE-9CCE-A4B5-CD5CC5CED0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68EF6D5-962D-7939-705D-41817A5DB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F4F236-F371-3916-2D62-D476BD33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99246-8B2E-434B-827C-A1631CF14404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FFEF0F-4F8A-C1EB-DA1D-615EB91DE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671B67-0666-84AC-9D91-F1E52C42E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5583-6A00-164E-AD1A-65CE4F29A6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84812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5" name="图片 4" descr="ppt_画板 1 副本 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35" y="-1905"/>
            <a:ext cx="12192635" cy="685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345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7C86F66-F332-C4BF-43E2-7D8981DBF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0D788A-26D8-2FFB-0622-5C2DAB985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3F6D55-5815-ABF6-D308-D094081C70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699246-8B2E-434B-827C-A1631CF14404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ADCED6-5F87-143C-9A73-9AC48D5901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8AC94E-CE00-DA5C-65A3-28857908CC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35583-6A00-164E-AD1A-65CE4F29A6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2257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FEB1FE-BAE5-94E6-7F09-AC0F1E8FC1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869C244-4187-2CCC-C9FE-C0A09F8068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6159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296920" y="510511"/>
            <a:ext cx="632968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B88F4D"/>
                </a:solidFill>
                <a:latin typeface="SimHei"/>
                <a:ea typeface="SimHei"/>
              </a:rPr>
              <a:t>应用验证：增强知识图谱补全</a:t>
            </a:r>
          </a:p>
        </p:txBody>
      </p:sp>
      <p:cxnSp>
        <p:nvCxnSpPr>
          <p:cNvPr id="3" name="Connector 3"/>
          <p:cNvCxnSpPr/>
          <p:nvPr/>
        </p:nvCxnSpPr>
        <p:spPr>
          <a:xfrm rot="-3978">
            <a:off x="609604" y="1162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Connector 5"/>
          <p:cNvCxnSpPr/>
          <p:nvPr/>
        </p:nvCxnSpPr>
        <p:spPr>
          <a:xfrm rot="5386777">
            <a:off x="5120635" y="3190247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7243" y="157983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466523" y="1545585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1" dirty="0" err="1">
                <a:solidFill>
                  <a:srgbClr val="1F2329"/>
                </a:solidFill>
                <a:latin typeface="SimHei"/>
                <a:ea typeface="SimHei"/>
                <a:cs typeface="SimHei"/>
                <a:sym typeface="SimHei"/>
              </a:rPr>
              <a:t>性能</a:t>
            </a:r>
            <a:r>
              <a:rPr lang="en-US" sz="1800" b="1" i="0" u="none" strike="noStrike" dirty="0" err="1">
                <a:solidFill>
                  <a:srgbClr val="1F2329"/>
                </a:solidFill>
                <a:latin typeface="SimHei"/>
                <a:ea typeface="SimHei"/>
                <a:cs typeface="SimHei"/>
                <a:sym typeface="SimHei"/>
              </a:rPr>
              <a:t>提升</a:t>
            </a:r>
            <a:endParaRPr lang="en-US" sz="1100" dirty="0"/>
          </a:p>
        </p:txBody>
      </p:sp>
      <p:sp>
        <p:nvSpPr>
          <p:cNvPr id="21" name="AutoShape 7">
            <a:extLst>
              <a:ext uri="{FF2B5EF4-FFF2-40B4-BE49-F238E27FC236}">
                <a16:creationId xmlns:a16="http://schemas.microsoft.com/office/drawing/2014/main" id="{9D45BDA9-C883-4C0E-4918-6AE8623E5ABD}"/>
              </a:ext>
            </a:extLst>
          </p:cNvPr>
          <p:cNvSpPr/>
          <p:nvPr/>
        </p:nvSpPr>
        <p:spPr>
          <a:xfrm>
            <a:off x="980568" y="1549375"/>
            <a:ext cx="419608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800" b="1" i="0" u="none" strike="noStrike" dirty="0">
                <a:solidFill>
                  <a:srgbClr val="1F2329"/>
                </a:solidFill>
                <a:latin typeface="SimHei"/>
                <a:ea typeface="SimHei"/>
                <a:cs typeface="SimHei"/>
                <a:sym typeface="SimHei"/>
              </a:rPr>
              <a:t>YAGO</a:t>
            </a:r>
            <a:r>
              <a:rPr lang="zh-CN" altLang="en-US" b="1" dirty="0">
                <a:solidFill>
                  <a:srgbClr val="1F2329"/>
                </a:solidFill>
                <a:latin typeface="SimHei"/>
                <a:ea typeface="SimHei"/>
                <a:cs typeface="SimHei"/>
                <a:sym typeface="SimHei"/>
              </a:rPr>
              <a:t>上补全任务的性能</a:t>
            </a:r>
            <a:r>
              <a:rPr lang="en-US" altLang="zh-CN" b="1" dirty="0">
                <a:solidFill>
                  <a:srgbClr val="1F2329"/>
                </a:solidFill>
                <a:latin typeface="SimHei"/>
                <a:ea typeface="SimHei"/>
                <a:cs typeface="SimHei"/>
                <a:sym typeface="SimHei"/>
              </a:rPr>
              <a:t>(%)</a:t>
            </a:r>
            <a:endParaRPr lang="en-US" sz="1100" dirty="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483930AC-013B-3F9C-11C8-C568FA7D52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091661"/>
            <a:ext cx="6032495" cy="1685191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EF2C2EAF-A6B2-FDFD-1022-27AA254EB926}"/>
              </a:ext>
            </a:extLst>
          </p:cNvPr>
          <p:cNvSpPr txBox="1"/>
          <p:nvPr/>
        </p:nvSpPr>
        <p:spPr>
          <a:xfrm>
            <a:off x="7010400" y="2021751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560" lvl="1">
              <a:buClr>
                <a:srgbClr val="CC9900"/>
              </a:buClr>
              <a:buSzPct val="70000"/>
            </a:pPr>
            <a:r>
              <a:rPr lang="zh-CN" altLang="en-US" sz="1400" dirty="0">
                <a:solidFill>
                  <a:srgbClr val="374151"/>
                </a:solidFill>
                <a:latin typeface="Noto Sans SC"/>
              </a:rPr>
              <a:t>该机制准确过滤了预测中违反时序逻辑的错误事实，且未发现误判，提升了整体数据质量。</a:t>
            </a:r>
            <a:endParaRPr lang="en-US" altLang="zh-CN" sz="1400" dirty="0">
              <a:solidFill>
                <a:srgbClr val="374151"/>
              </a:solidFill>
              <a:latin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27458029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Microsoft Macintosh PowerPoint</Application>
  <PresentationFormat>宽屏</PresentationFormat>
  <Paragraphs>7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SimHei</vt:lpstr>
      <vt:lpstr>Noto Sans SC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1</cp:revision>
  <dcterms:created xsi:type="dcterms:W3CDTF">2026-01-28T03:01:16Z</dcterms:created>
  <dcterms:modified xsi:type="dcterms:W3CDTF">2026-01-28T03:01:51Z</dcterms:modified>
</cp:coreProperties>
</file>